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9" r:id="rId2"/>
  </p:sldIdLst>
  <p:sldSz cx="50038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5FF"/>
    <a:srgbClr val="FDF5E2"/>
    <a:srgbClr val="F0F8ED"/>
    <a:srgbClr val="FFDADF"/>
    <a:srgbClr val="F8FFF3"/>
    <a:srgbClr val="E17730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95"/>
    <p:restoredTop sz="94868"/>
  </p:normalViewPr>
  <p:slideViewPr>
    <p:cSldViewPr snapToGrid="0" snapToObjects="1">
      <p:cViewPr>
        <p:scale>
          <a:sx n="224" d="100"/>
          <a:sy n="224" d="100"/>
        </p:scale>
        <p:origin x="2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8DFC1-199D-3B44-930A-1589FFA4E68D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84450" y="1143000"/>
            <a:ext cx="1689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F810D-89A4-8D4B-9AE9-A8CE64CF08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250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F810D-89A4-8D4B-9AE9-A8CE64CF08F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2761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285" y="1496484"/>
            <a:ext cx="4253230" cy="3183467"/>
          </a:xfrm>
        </p:spPr>
        <p:txBody>
          <a:bodyPr anchor="b"/>
          <a:lstStyle>
            <a:lvl1pPr algn="ctr">
              <a:defRPr sz="32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5475" y="4802717"/>
            <a:ext cx="3752850" cy="2207683"/>
          </a:xfrm>
        </p:spPr>
        <p:txBody>
          <a:bodyPr/>
          <a:lstStyle>
            <a:lvl1pPr marL="0" indent="0" algn="ctr">
              <a:buNone/>
              <a:defRPr sz="1313"/>
            </a:lvl1pPr>
            <a:lvl2pPr marL="250180" indent="0" algn="ctr">
              <a:buNone/>
              <a:defRPr sz="1094"/>
            </a:lvl2pPr>
            <a:lvl3pPr marL="500360" indent="0" algn="ctr">
              <a:buNone/>
              <a:defRPr sz="985"/>
            </a:lvl3pPr>
            <a:lvl4pPr marL="750540" indent="0" algn="ctr">
              <a:buNone/>
              <a:defRPr sz="876"/>
            </a:lvl4pPr>
            <a:lvl5pPr marL="1000719" indent="0" algn="ctr">
              <a:buNone/>
              <a:defRPr sz="876"/>
            </a:lvl5pPr>
            <a:lvl6pPr marL="1250899" indent="0" algn="ctr">
              <a:buNone/>
              <a:defRPr sz="876"/>
            </a:lvl6pPr>
            <a:lvl7pPr marL="1501079" indent="0" algn="ctr">
              <a:buNone/>
              <a:defRPr sz="876"/>
            </a:lvl7pPr>
            <a:lvl8pPr marL="1751259" indent="0" algn="ctr">
              <a:buNone/>
              <a:defRPr sz="876"/>
            </a:lvl8pPr>
            <a:lvl9pPr marL="2001439" indent="0" algn="ctr">
              <a:buNone/>
              <a:defRPr sz="87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510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858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5" y="2279653"/>
            <a:ext cx="4315778" cy="3803649"/>
          </a:xfrm>
        </p:spPr>
        <p:txBody>
          <a:bodyPr anchor="b"/>
          <a:lstStyle>
            <a:lvl1pPr>
              <a:defRPr sz="32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405" y="6119286"/>
            <a:ext cx="4315778" cy="2000249"/>
          </a:xfrm>
        </p:spPr>
        <p:txBody>
          <a:bodyPr/>
          <a:lstStyle>
            <a:lvl1pPr marL="0" indent="0">
              <a:buNone/>
              <a:defRPr sz="1313">
                <a:solidFill>
                  <a:schemeClr val="tx1"/>
                </a:solidFill>
              </a:defRPr>
            </a:lvl1pPr>
            <a:lvl2pPr marL="250180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2pPr>
            <a:lvl3pPr marL="500360" indent="0">
              <a:buNone/>
              <a:defRPr sz="985">
                <a:solidFill>
                  <a:schemeClr val="tx1">
                    <a:tint val="75000"/>
                  </a:schemeClr>
                </a:solidFill>
              </a:defRPr>
            </a:lvl3pPr>
            <a:lvl4pPr marL="750540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4pPr>
            <a:lvl5pPr marL="1000719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5pPr>
            <a:lvl6pPr marL="1250899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6pPr>
            <a:lvl7pPr marL="1501079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7pPr>
            <a:lvl8pPr marL="1751259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8pPr>
            <a:lvl9pPr marL="2001439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923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011" y="2434167"/>
            <a:ext cx="2126615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33174" y="2434167"/>
            <a:ext cx="2126615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056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663" y="486836"/>
            <a:ext cx="4315778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663" y="2241551"/>
            <a:ext cx="2116842" cy="1098549"/>
          </a:xfrm>
        </p:spPr>
        <p:txBody>
          <a:bodyPr anchor="b"/>
          <a:lstStyle>
            <a:lvl1pPr marL="0" indent="0">
              <a:buNone/>
              <a:defRPr sz="1313" b="1"/>
            </a:lvl1pPr>
            <a:lvl2pPr marL="250180" indent="0">
              <a:buNone/>
              <a:defRPr sz="1094" b="1"/>
            </a:lvl2pPr>
            <a:lvl3pPr marL="500360" indent="0">
              <a:buNone/>
              <a:defRPr sz="985" b="1"/>
            </a:lvl3pPr>
            <a:lvl4pPr marL="750540" indent="0">
              <a:buNone/>
              <a:defRPr sz="876" b="1"/>
            </a:lvl4pPr>
            <a:lvl5pPr marL="1000719" indent="0">
              <a:buNone/>
              <a:defRPr sz="876" b="1"/>
            </a:lvl5pPr>
            <a:lvl6pPr marL="1250899" indent="0">
              <a:buNone/>
              <a:defRPr sz="876" b="1"/>
            </a:lvl6pPr>
            <a:lvl7pPr marL="1501079" indent="0">
              <a:buNone/>
              <a:defRPr sz="876" b="1"/>
            </a:lvl7pPr>
            <a:lvl8pPr marL="1751259" indent="0">
              <a:buNone/>
              <a:defRPr sz="876" b="1"/>
            </a:lvl8pPr>
            <a:lvl9pPr marL="2001439" indent="0">
              <a:buNone/>
              <a:defRPr sz="87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4663" y="3340100"/>
            <a:ext cx="2116842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33174" y="2241551"/>
            <a:ext cx="2127267" cy="1098549"/>
          </a:xfrm>
        </p:spPr>
        <p:txBody>
          <a:bodyPr anchor="b"/>
          <a:lstStyle>
            <a:lvl1pPr marL="0" indent="0">
              <a:buNone/>
              <a:defRPr sz="1313" b="1"/>
            </a:lvl1pPr>
            <a:lvl2pPr marL="250180" indent="0">
              <a:buNone/>
              <a:defRPr sz="1094" b="1"/>
            </a:lvl2pPr>
            <a:lvl3pPr marL="500360" indent="0">
              <a:buNone/>
              <a:defRPr sz="985" b="1"/>
            </a:lvl3pPr>
            <a:lvl4pPr marL="750540" indent="0">
              <a:buNone/>
              <a:defRPr sz="876" b="1"/>
            </a:lvl4pPr>
            <a:lvl5pPr marL="1000719" indent="0">
              <a:buNone/>
              <a:defRPr sz="876" b="1"/>
            </a:lvl5pPr>
            <a:lvl6pPr marL="1250899" indent="0">
              <a:buNone/>
              <a:defRPr sz="876" b="1"/>
            </a:lvl6pPr>
            <a:lvl7pPr marL="1501079" indent="0">
              <a:buNone/>
              <a:defRPr sz="876" b="1"/>
            </a:lvl7pPr>
            <a:lvl8pPr marL="1751259" indent="0">
              <a:buNone/>
              <a:defRPr sz="876" b="1"/>
            </a:lvl8pPr>
            <a:lvl9pPr marL="2001439" indent="0">
              <a:buNone/>
              <a:defRPr sz="87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33174" y="3340100"/>
            <a:ext cx="212726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880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7194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850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663" y="609600"/>
            <a:ext cx="1613856" cy="2133600"/>
          </a:xfrm>
        </p:spPr>
        <p:txBody>
          <a:bodyPr anchor="b"/>
          <a:lstStyle>
            <a:lvl1pPr>
              <a:defRPr sz="175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7267" y="1316569"/>
            <a:ext cx="2533174" cy="6498167"/>
          </a:xfrm>
        </p:spPr>
        <p:txBody>
          <a:bodyPr/>
          <a:lstStyle>
            <a:lvl1pPr>
              <a:defRPr sz="1751"/>
            </a:lvl1pPr>
            <a:lvl2pPr>
              <a:defRPr sz="1532"/>
            </a:lvl2pPr>
            <a:lvl3pPr>
              <a:defRPr sz="1313"/>
            </a:lvl3pPr>
            <a:lvl4pPr>
              <a:defRPr sz="1094"/>
            </a:lvl4pPr>
            <a:lvl5pPr>
              <a:defRPr sz="1094"/>
            </a:lvl5pPr>
            <a:lvl6pPr>
              <a:defRPr sz="1094"/>
            </a:lvl6pPr>
            <a:lvl7pPr>
              <a:defRPr sz="1094"/>
            </a:lvl7pPr>
            <a:lvl8pPr>
              <a:defRPr sz="1094"/>
            </a:lvl8pPr>
            <a:lvl9pPr>
              <a:defRPr sz="109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4663" y="2743200"/>
            <a:ext cx="1613856" cy="5082117"/>
          </a:xfrm>
        </p:spPr>
        <p:txBody>
          <a:bodyPr/>
          <a:lstStyle>
            <a:lvl1pPr marL="0" indent="0">
              <a:buNone/>
              <a:defRPr sz="876"/>
            </a:lvl1pPr>
            <a:lvl2pPr marL="250180" indent="0">
              <a:buNone/>
              <a:defRPr sz="766"/>
            </a:lvl2pPr>
            <a:lvl3pPr marL="500360" indent="0">
              <a:buNone/>
              <a:defRPr sz="657"/>
            </a:lvl3pPr>
            <a:lvl4pPr marL="750540" indent="0">
              <a:buNone/>
              <a:defRPr sz="547"/>
            </a:lvl4pPr>
            <a:lvl5pPr marL="1000719" indent="0">
              <a:buNone/>
              <a:defRPr sz="547"/>
            </a:lvl5pPr>
            <a:lvl6pPr marL="1250899" indent="0">
              <a:buNone/>
              <a:defRPr sz="547"/>
            </a:lvl6pPr>
            <a:lvl7pPr marL="1501079" indent="0">
              <a:buNone/>
              <a:defRPr sz="547"/>
            </a:lvl7pPr>
            <a:lvl8pPr marL="1751259" indent="0">
              <a:buNone/>
              <a:defRPr sz="547"/>
            </a:lvl8pPr>
            <a:lvl9pPr marL="2001439" indent="0">
              <a:buNone/>
              <a:defRPr sz="54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1165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663" y="609600"/>
            <a:ext cx="1613856" cy="2133600"/>
          </a:xfrm>
        </p:spPr>
        <p:txBody>
          <a:bodyPr anchor="b"/>
          <a:lstStyle>
            <a:lvl1pPr>
              <a:defRPr sz="175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7267" y="1316569"/>
            <a:ext cx="2533174" cy="6498167"/>
          </a:xfrm>
        </p:spPr>
        <p:txBody>
          <a:bodyPr anchor="t"/>
          <a:lstStyle>
            <a:lvl1pPr marL="0" indent="0">
              <a:buNone/>
              <a:defRPr sz="1751"/>
            </a:lvl1pPr>
            <a:lvl2pPr marL="250180" indent="0">
              <a:buNone/>
              <a:defRPr sz="1532"/>
            </a:lvl2pPr>
            <a:lvl3pPr marL="500360" indent="0">
              <a:buNone/>
              <a:defRPr sz="1313"/>
            </a:lvl3pPr>
            <a:lvl4pPr marL="750540" indent="0">
              <a:buNone/>
              <a:defRPr sz="1094"/>
            </a:lvl4pPr>
            <a:lvl5pPr marL="1000719" indent="0">
              <a:buNone/>
              <a:defRPr sz="1094"/>
            </a:lvl5pPr>
            <a:lvl6pPr marL="1250899" indent="0">
              <a:buNone/>
              <a:defRPr sz="1094"/>
            </a:lvl6pPr>
            <a:lvl7pPr marL="1501079" indent="0">
              <a:buNone/>
              <a:defRPr sz="1094"/>
            </a:lvl7pPr>
            <a:lvl8pPr marL="1751259" indent="0">
              <a:buNone/>
              <a:defRPr sz="1094"/>
            </a:lvl8pPr>
            <a:lvl9pPr marL="2001439" indent="0">
              <a:buNone/>
              <a:defRPr sz="109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4663" y="2743200"/>
            <a:ext cx="1613856" cy="5082117"/>
          </a:xfrm>
        </p:spPr>
        <p:txBody>
          <a:bodyPr/>
          <a:lstStyle>
            <a:lvl1pPr marL="0" indent="0">
              <a:buNone/>
              <a:defRPr sz="876"/>
            </a:lvl1pPr>
            <a:lvl2pPr marL="250180" indent="0">
              <a:buNone/>
              <a:defRPr sz="766"/>
            </a:lvl2pPr>
            <a:lvl3pPr marL="500360" indent="0">
              <a:buNone/>
              <a:defRPr sz="657"/>
            </a:lvl3pPr>
            <a:lvl4pPr marL="750540" indent="0">
              <a:buNone/>
              <a:defRPr sz="547"/>
            </a:lvl4pPr>
            <a:lvl5pPr marL="1000719" indent="0">
              <a:buNone/>
              <a:defRPr sz="547"/>
            </a:lvl5pPr>
            <a:lvl6pPr marL="1250899" indent="0">
              <a:buNone/>
              <a:defRPr sz="547"/>
            </a:lvl6pPr>
            <a:lvl7pPr marL="1501079" indent="0">
              <a:buNone/>
              <a:defRPr sz="547"/>
            </a:lvl7pPr>
            <a:lvl8pPr marL="1751259" indent="0">
              <a:buNone/>
              <a:defRPr sz="547"/>
            </a:lvl8pPr>
            <a:lvl9pPr marL="2001439" indent="0">
              <a:buNone/>
              <a:defRPr sz="54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66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483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80845" y="486834"/>
            <a:ext cx="1078944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4011" y="486834"/>
            <a:ext cx="3174286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566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4011" y="486836"/>
            <a:ext cx="431577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011" y="2434167"/>
            <a:ext cx="431577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4011" y="8475136"/>
            <a:ext cx="112585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E0253-ECAF-A84F-9201-F9F443D66DB5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57509" y="8475136"/>
            <a:ext cx="1688783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33934" y="8475136"/>
            <a:ext cx="112585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585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0360" rtl="0" eaLnBrk="1" latinLnBrk="0" hangingPunct="1">
        <a:lnSpc>
          <a:spcPct val="90000"/>
        </a:lnSpc>
        <a:spcBef>
          <a:spcPct val="0"/>
        </a:spcBef>
        <a:buNone/>
        <a:defRPr sz="2408" kern="1200">
          <a:solidFill>
            <a:schemeClr val="tx1"/>
          </a:solidFill>
          <a:latin typeface="LINUX BIOLINUM T" panose="02000503000000000000" pitchFamily="2" charset="0"/>
          <a:ea typeface="+mj-ea"/>
          <a:cs typeface="LINUX BIOLINUM T" panose="02000503000000000000" pitchFamily="2" charset="0"/>
        </a:defRPr>
      </a:lvl1pPr>
    </p:titleStyle>
    <p:bodyStyle>
      <a:lvl1pPr marL="125090" indent="-125090" algn="l" defTabSz="500360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532" kern="1200">
          <a:solidFill>
            <a:schemeClr val="tx1"/>
          </a:solidFill>
          <a:latin typeface="LINUX LIBERTINE T" panose="02000503000000000000" pitchFamily="2" charset="0"/>
          <a:ea typeface="+mn-ea"/>
          <a:cs typeface="LINUX LIBERTINE T" panose="02000503000000000000" pitchFamily="2" charset="0"/>
        </a:defRPr>
      </a:lvl1pPr>
      <a:lvl2pPr marL="375270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LINUX LIBERTINE T" panose="02000503000000000000" pitchFamily="2" charset="0"/>
          <a:ea typeface="+mn-ea"/>
          <a:cs typeface="LINUX LIBERTINE T" panose="02000503000000000000" pitchFamily="2" charset="0"/>
        </a:defRPr>
      </a:lvl2pPr>
      <a:lvl3pPr marL="625450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LINUX LIBERTINE T" panose="02000503000000000000" pitchFamily="2" charset="0"/>
          <a:ea typeface="+mn-ea"/>
          <a:cs typeface="LINUX LIBERTINE T" panose="02000503000000000000" pitchFamily="2" charset="0"/>
        </a:defRPr>
      </a:lvl3pPr>
      <a:lvl4pPr marL="87562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LINUX LIBERTINE T" panose="02000503000000000000" pitchFamily="2" charset="0"/>
          <a:ea typeface="+mn-ea"/>
          <a:cs typeface="LINUX LIBERTINE T" panose="02000503000000000000" pitchFamily="2" charset="0"/>
        </a:defRPr>
      </a:lvl4pPr>
      <a:lvl5pPr marL="112580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LINUX LIBERTINE T" panose="02000503000000000000" pitchFamily="2" charset="0"/>
          <a:ea typeface="+mn-ea"/>
          <a:cs typeface="LINUX LIBERTINE T" panose="02000503000000000000" pitchFamily="2" charset="0"/>
        </a:defRPr>
      </a:lvl5pPr>
      <a:lvl6pPr marL="137598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6pPr>
      <a:lvl7pPr marL="162616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7pPr>
      <a:lvl8pPr marL="187634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8pPr>
      <a:lvl9pPr marL="212652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1pPr>
      <a:lvl2pPr marL="250180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2pPr>
      <a:lvl3pPr marL="500360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3pPr>
      <a:lvl4pPr marL="750540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4pPr>
      <a:lvl5pPr marL="1000719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5pPr>
      <a:lvl6pPr marL="1250899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6pPr>
      <a:lvl7pPr marL="1501079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7pPr>
      <a:lvl8pPr marL="1751259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8pPr>
      <a:lvl9pPr marL="2001439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5E79C9F-3D29-B845-9E41-5979D610D56A}"/>
              </a:ext>
            </a:extLst>
          </p:cNvPr>
          <p:cNvSpPr/>
          <p:nvPr/>
        </p:nvSpPr>
        <p:spPr>
          <a:xfrm>
            <a:off x="4440869" y="153668"/>
            <a:ext cx="513016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ADPnMon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(33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61BA6B41-88B4-A948-876B-752817810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057219"/>
              </p:ext>
            </p:extLst>
          </p:nvPr>
        </p:nvGraphicFramePr>
        <p:xfrm>
          <a:off x="109817" y="106750"/>
          <a:ext cx="513016" cy="5562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508">
                  <a:extLst>
                    <a:ext uri="{9D8B030D-6E8A-4147-A177-3AD203B41FA5}">
                      <a16:colId xmlns:a16="http://schemas.microsoft.com/office/drawing/2014/main" val="2686475904"/>
                    </a:ext>
                  </a:extLst>
                </a:gridCol>
                <a:gridCol w="256508">
                  <a:extLst>
                    <a:ext uri="{9D8B030D-6E8A-4147-A177-3AD203B41FA5}">
                      <a16:colId xmlns:a16="http://schemas.microsoft.com/office/drawing/2014/main" val="595129459"/>
                    </a:ext>
                  </a:extLst>
                </a:gridCol>
              </a:tblGrid>
              <a:tr h="2781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b="1" dirty="0">
                          <a:latin typeface="LINUX BIOLINUM T" panose="02000503000000000000" pitchFamily="2" charset="0"/>
                          <a:ea typeface="LINUX BIOLINUM T" panose="02000503000000000000" pitchFamily="2" charset="0"/>
                          <a:cs typeface="LINUX BIOLINUM T" panose="02000503000000000000" pitchFamily="2" charset="0"/>
                        </a:rPr>
                        <a:t>TP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dirty="0">
                          <a:latin typeface="LINUX LIBERTINE T" panose="02000503000000000000" pitchFamily="2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6</a:t>
                      </a:r>
                      <a:endParaRPr lang="zh-CN" altLang="en-US" sz="800" dirty="0">
                        <a:latin typeface="LINUX LIBERTINE T" panose="02000503000000000000" pitchFamily="2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b="1" dirty="0">
                          <a:latin typeface="LINUX BIOLINUM T" panose="02000503000000000000" pitchFamily="2" charset="0"/>
                          <a:ea typeface="LINUX BIOLINUM T" panose="02000503000000000000" pitchFamily="2" charset="0"/>
                          <a:cs typeface="LINUX BIOLINUM T" panose="02000503000000000000" pitchFamily="2" charset="0"/>
                        </a:rPr>
                        <a:t>FP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LINUX LIBERTINE T" panose="02000503000000000000" pitchFamily="2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1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LINUX LIBERTINE T" panose="02000503000000000000" pitchFamily="2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36950"/>
                  </a:ext>
                </a:extLst>
              </a:tr>
              <a:tr h="2781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b="1" dirty="0">
                          <a:latin typeface="LINUX BIOLINUM T" panose="02000503000000000000" pitchFamily="2" charset="0"/>
                          <a:ea typeface="LINUX BIOLINUM T" panose="02000503000000000000" pitchFamily="2" charset="0"/>
                          <a:cs typeface="LINUX BIOLINUM T" panose="02000503000000000000" pitchFamily="2" charset="0"/>
                        </a:rPr>
                        <a:t>TN</a:t>
                      </a:r>
                      <a:endParaRPr lang="zh-CN" altLang="en-US" sz="800" dirty="0">
                        <a:latin typeface="LINUX BIOLINUM T" panose="02000503000000000000" pitchFamily="2" charset="0"/>
                        <a:cs typeface="LINUX BIOLINUM T" panose="02000503000000000000" pitchFamily="2" charset="0"/>
                      </a:endParaRPr>
                    </a:p>
                    <a:p>
                      <a:pPr marL="0" algn="ctr" defTabSz="500360" rtl="0" eaLnBrk="1" latinLnBrk="0" hangingPunct="1">
                        <a:lnSpc>
                          <a:spcPct val="90000"/>
                        </a:lnSpc>
                      </a:pP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LINUX LIBERTINE T" panose="02000503000000000000" pitchFamily="2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5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LINUX LIBERTINE T" panose="02000503000000000000" pitchFamily="2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b="1" dirty="0">
                          <a:latin typeface="LINUX BIOLINUM T" panose="02000503000000000000" pitchFamily="2" charset="0"/>
                          <a:ea typeface="LINUX BIOLINUM T" panose="02000503000000000000" pitchFamily="2" charset="0"/>
                          <a:cs typeface="LINUX BIOLINUM T" panose="02000503000000000000" pitchFamily="2" charset="0"/>
                        </a:rPr>
                        <a:t>FN</a:t>
                      </a:r>
                    </a:p>
                    <a:p>
                      <a:pPr marL="0" algn="ctr" defTabSz="500360" rtl="0" eaLnBrk="1" latinLnBrk="0" hangingPunct="1">
                        <a:lnSpc>
                          <a:spcPct val="90000"/>
                        </a:lnSpc>
                      </a:pP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LINUX LIBERTINE T" panose="02000503000000000000" pitchFamily="2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0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LINUX LIBERTINE T" panose="02000503000000000000" pitchFamily="2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225669"/>
                  </a:ext>
                </a:extLst>
              </a:tr>
            </a:tbl>
          </a:graphicData>
        </a:graphic>
      </p:graphicFrame>
      <p:sp>
        <p:nvSpPr>
          <p:cNvPr id="86" name="矩形 85">
            <a:extLst>
              <a:ext uri="{FF2B5EF4-FFF2-40B4-BE49-F238E27FC236}">
                <a16:creationId xmlns:a16="http://schemas.microsoft.com/office/drawing/2014/main" id="{42FB44E8-A8AB-9C47-88B9-4ABA638E1A5E}"/>
              </a:ext>
            </a:extLst>
          </p:cNvPr>
          <p:cNvSpPr/>
          <p:nvPr/>
        </p:nvSpPr>
        <p:spPr>
          <a:xfrm>
            <a:off x="106667" y="0"/>
            <a:ext cx="255816" cy="939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True</a:t>
            </a:r>
            <a:endParaRPr kumimoji="1" lang="zh-CN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NUX LIBERTINE T" panose="02000503000000000000" pitchFamily="2" charset="0"/>
              <a:ea typeface="等线" panose="02010600030101010101" pitchFamily="2" charset="-122"/>
              <a:cs typeface="LINUX LIBERTINE T" panose="02000503000000000000" pitchFamily="2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71E0A42-D1C7-DA43-9172-4009715B628F}"/>
              </a:ext>
            </a:extLst>
          </p:cNvPr>
          <p:cNvSpPr/>
          <p:nvPr/>
        </p:nvSpPr>
        <p:spPr>
          <a:xfrm rot="16200000">
            <a:off x="-92012" y="198763"/>
            <a:ext cx="277992" cy="939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Positive</a:t>
            </a:r>
            <a:endParaRPr kumimoji="1" lang="zh-CN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NUX LIBERTINE T" panose="02000503000000000000" pitchFamily="2" charset="0"/>
              <a:ea typeface="等线" panose="02010600030101010101" pitchFamily="2" charset="-122"/>
              <a:cs typeface="LINUX LIBERTINE T" panose="02000503000000000000" pitchFamily="2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ED7908C9-A3D5-7B45-BE50-46F6DAB8057F}"/>
              </a:ext>
            </a:extLst>
          </p:cNvPr>
          <p:cNvSpPr/>
          <p:nvPr/>
        </p:nvSpPr>
        <p:spPr>
          <a:xfrm>
            <a:off x="362483" y="0"/>
            <a:ext cx="255816" cy="939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False</a:t>
            </a:r>
            <a:endParaRPr kumimoji="1" lang="zh-CN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NUX LIBERTINE T" panose="02000503000000000000" pitchFamily="2" charset="0"/>
              <a:ea typeface="等线" panose="02010600030101010101" pitchFamily="2" charset="-122"/>
              <a:cs typeface="LINUX LIBERTINE T" panose="02000503000000000000" pitchFamily="2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BA4E4EB-E329-2643-85E8-789A6C4C3060}"/>
              </a:ext>
            </a:extLst>
          </p:cNvPr>
          <p:cNvSpPr/>
          <p:nvPr/>
        </p:nvSpPr>
        <p:spPr>
          <a:xfrm rot="16200000">
            <a:off x="-92050" y="476959"/>
            <a:ext cx="278067" cy="939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Negative</a:t>
            </a:r>
            <a:endParaRPr kumimoji="1" lang="zh-CN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NUX LIBERTINE T" panose="02000503000000000000" pitchFamily="2" charset="0"/>
              <a:ea typeface="等线" panose="02010600030101010101" pitchFamily="2" charset="-122"/>
              <a:cs typeface="LINUX LIBERTINE T" panose="02000503000000000000" pitchFamily="2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3E4EC48-A1AE-4847-B9CB-1C75FE7F94B9}"/>
              </a:ext>
            </a:extLst>
          </p:cNvPr>
          <p:cNvSpPr/>
          <p:nvPr/>
        </p:nvSpPr>
        <p:spPr>
          <a:xfrm>
            <a:off x="4440869" y="408010"/>
            <a:ext cx="513016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ADPnMonFixed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(8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365D9187-2FFE-5C41-BD97-77A15790EC89}"/>
              </a:ext>
            </a:extLst>
          </p:cNvPr>
          <p:cNvSpPr/>
          <p:nvPr/>
        </p:nvSpPr>
        <p:spPr>
          <a:xfrm>
            <a:off x="3667800" y="153668"/>
            <a:ext cx="719694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AXISFrameLen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(4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3F126F7-0FB1-0344-A2F4-BC6CD17C8359}"/>
              </a:ext>
            </a:extLst>
          </p:cNvPr>
          <p:cNvSpPr/>
          <p:nvPr/>
        </p:nvSpPr>
        <p:spPr>
          <a:xfrm>
            <a:off x="3667800" y="408010"/>
            <a:ext cx="719694" cy="213650"/>
          </a:xfrm>
          <a:prstGeom prst="rect">
            <a:avLst/>
          </a:prstGeom>
          <a:solidFill>
            <a:srgbClr val="FDF5E2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AXISFrameLenFixed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(5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9C3F936E-D8F8-594E-9962-F9B75FE5E1B4}"/>
              </a:ext>
            </a:extLst>
          </p:cNvPr>
          <p:cNvSpPr/>
          <p:nvPr/>
        </p:nvSpPr>
        <p:spPr>
          <a:xfrm>
            <a:off x="1302627" y="153668"/>
            <a:ext cx="760216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AXIStreamFIFO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(13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9E289C9-CBB2-E74C-841F-16DBF3EFA1DB}"/>
              </a:ext>
            </a:extLst>
          </p:cNvPr>
          <p:cNvSpPr/>
          <p:nvPr/>
        </p:nvSpPr>
        <p:spPr>
          <a:xfrm>
            <a:off x="1302627" y="408010"/>
            <a:ext cx="760216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AXIStreamFIFOFixed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(10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F7B28BA-0F9A-B942-BCA1-EE91352BD098}"/>
              </a:ext>
            </a:extLst>
          </p:cNvPr>
          <p:cNvSpPr/>
          <p:nvPr/>
        </p:nvSpPr>
        <p:spPr>
          <a:xfrm>
            <a:off x="2116218" y="153668"/>
            <a:ext cx="673816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>
                <a:latin typeface="Inconsolata" pitchFamily="49" charset="0"/>
                <a:ea typeface="Inconsolata" pitchFamily="49" charset="0"/>
              </a:rPr>
              <a:t>CVA6F2ICast</a:t>
            </a: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(19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456ED7D-E9D5-BE4E-ABA2-3084FCA360A8}"/>
              </a:ext>
            </a:extLst>
          </p:cNvPr>
          <p:cNvSpPr/>
          <p:nvPr/>
        </p:nvSpPr>
        <p:spPr>
          <a:xfrm>
            <a:off x="2116218" y="408010"/>
            <a:ext cx="673816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>
                <a:latin typeface="Inconsolata" pitchFamily="49" charset="0"/>
                <a:ea typeface="Inconsolata" pitchFamily="49" charset="0"/>
              </a:rPr>
              <a:t>CVA6F2ICastFixed</a:t>
            </a: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(20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F078A6C-14EB-224F-BC47-44296BAD738A}"/>
              </a:ext>
            </a:extLst>
          </p:cNvPr>
          <p:cNvSpPr/>
          <p:nvPr/>
        </p:nvSpPr>
        <p:spPr>
          <a:xfrm>
            <a:off x="2843409" y="153668"/>
            <a:ext cx="771016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DataOffloadFSM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(10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D16731D3-D6F7-CD4F-819A-0E5DC23562FF}"/>
              </a:ext>
            </a:extLst>
          </p:cNvPr>
          <p:cNvSpPr/>
          <p:nvPr/>
        </p:nvSpPr>
        <p:spPr>
          <a:xfrm>
            <a:off x="2843409" y="408010"/>
            <a:ext cx="771016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DataOffloadFSMFixed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(13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F0472F9-D6D6-D641-8A9E-D123360F5D67}"/>
              </a:ext>
            </a:extLst>
          </p:cNvPr>
          <p:cNvSpPr/>
          <p:nvPr/>
        </p:nvSpPr>
        <p:spPr>
          <a:xfrm>
            <a:off x="766744" y="153668"/>
            <a:ext cx="482508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>
                <a:latin typeface="Inconsolata" pitchFamily="49" charset="0"/>
                <a:ea typeface="Inconsolata" pitchFamily="49" charset="0"/>
              </a:rPr>
              <a:t>SDSPI</a:t>
            </a: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(28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2EE842B1-37A4-5342-9C1C-AFD6DFA8EA70}"/>
              </a:ext>
            </a:extLst>
          </p:cNvPr>
          <p:cNvSpPr/>
          <p:nvPr/>
        </p:nvSpPr>
        <p:spPr>
          <a:xfrm>
            <a:off x="766744" y="408010"/>
            <a:ext cx="482508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SDSPIFixed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(34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4B0FF68-9E82-FC4C-8F86-1A0797DB8467}"/>
              </a:ext>
            </a:extLst>
          </p:cNvPr>
          <p:cNvSpPr/>
          <p:nvPr/>
        </p:nvSpPr>
        <p:spPr>
          <a:xfrm>
            <a:off x="718457" y="106750"/>
            <a:ext cx="4272213" cy="556226"/>
          </a:xfrm>
          <a:prstGeom prst="rect">
            <a:avLst/>
          </a:prstGeom>
          <a:noFill/>
          <a:ln w="31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171ED6-817F-FC4E-BC9A-8DBF8EDA618E}"/>
              </a:ext>
            </a:extLst>
          </p:cNvPr>
          <p:cNvSpPr/>
          <p:nvPr/>
        </p:nvSpPr>
        <p:spPr>
          <a:xfrm>
            <a:off x="2588393" y="8889"/>
            <a:ext cx="478539" cy="939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NUX BIOLINUM T" panose="02000503000000000000" pitchFamily="2" charset="0"/>
                <a:ea typeface="LINUX BIOLINUM T" panose="02000503000000000000" pitchFamily="2" charset="0"/>
                <a:cs typeface="LINUX BIOLINUM T" panose="02000503000000000000" pitchFamily="2" charset="0"/>
              </a:rPr>
              <a:t>Detailed Results</a:t>
            </a:r>
            <a:endParaRPr kumimoji="1" lang="zh-CN" altLang="en-US" sz="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NUX BIOLINUM T" panose="02000503000000000000" pitchFamily="2" charset="0"/>
              <a:ea typeface="等线" panose="02010600030101010101" pitchFamily="2" charset="-122"/>
              <a:cs typeface="LINUX BIOLINUM T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554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1507</TotalTime>
  <Words>75</Words>
  <Application>Microsoft Macintosh PowerPoint</Application>
  <PresentationFormat>自定义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Inconsolata</vt:lpstr>
      <vt:lpstr>LINUX BIOLINUM T</vt:lpstr>
      <vt:lpstr>LINUX LIBERTINE 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</dc:title>
  <dc:creator>家才 崔</dc:creator>
  <cp:lastModifiedBy>家才 崔</cp:lastModifiedBy>
  <cp:revision>180</cp:revision>
  <dcterms:created xsi:type="dcterms:W3CDTF">2025-05-10T09:44:46Z</dcterms:created>
  <dcterms:modified xsi:type="dcterms:W3CDTF">2026-09-01T09:04:31Z</dcterms:modified>
</cp:coreProperties>
</file>